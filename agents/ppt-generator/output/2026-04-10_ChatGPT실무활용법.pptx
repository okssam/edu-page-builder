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ChatGPT 실무 활용법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마케팅 업무를 2배 빠르게 처리하는 AI 활용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정옥선 | AI 활용 교육 | 2026.04.10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F8C8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ChatGPT, 마케터에게 왜 중요한가?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•  콘텐츠 초안 작성시간을 80% 이상 단축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•  고객 페르소나별맞춤 메시지즉시 생성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•  경쟁사 분석, 시장 조사 등리서치 보조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•  A/B 테스트 카피, 이메일 시퀀스 등반복 업무 자동화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•  아이디어 브레인스토밍의질과 속도향상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F8C8D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프롬프트 작성 3원칙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•  역할 부여- "너는 10년 경력의 마케팅 카피라이터야"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•  구체적 맥락- 대상, 목적, 톤앤매너, 분량을 명시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•  출력 형식 지정- 표, 리스트, 특정 양식으로 요청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F8C8D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마케팅 실무 활용 시나리오 5선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F8C8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실습 1: SNS 마케팅 카피 생성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F8C8D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실습 2: 경쟁사 분석 리포트 작성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F8C8D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내일부터 바로 쓰는 AI 업무 루틴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•  아침 9시- 오늘 할 일 정리를 AI에게 요청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•  오전 업무- 콘텐츠 초안은 AI가, 수정은 내가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•  오후 업무- 리서치/분석 보고서 AI로 빠르게 생성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•  퇴근 전- 내일 업무 브리핑을 AI에게 정리 요청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F8C8D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AI 활용 시 주의사항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•  팩트 체크 필수- AI가 생성한 수치, 인용, 날짜는 반드시 검증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•  기밀 정보 주의- 고객 개인정보, 미공개 전략은 입력 금지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•  저작권 확인- AI 생성 콘텐츠도 표절 검사 필요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•  최종 책임은 사람- AI는 보조 도구, 의사결정은 담당자가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•  회사 AI 정책 준수- 사내 AI 사용 가이드라인을 확인하세요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F8C8D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오늘 배운 내용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F8C8D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